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2880"/>
            <a:ext cx="164592" cy="164592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548640"/>
            <a:ext cx="164592" cy="164592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82880"/>
            <a:ext cx="164592" cy="164592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548640"/>
            <a:ext cx="164592" cy="164592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182880"/>
            <a:ext cx="164592" cy="164592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548640"/>
            <a:ext cx="164592" cy="164592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182880"/>
            <a:ext cx="164592" cy="164592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548640"/>
            <a:ext cx="164592" cy="164592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0" y="182880"/>
            <a:ext cx="164592" cy="164592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548640"/>
            <a:ext cx="164592" cy="164592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188720"/>
            <a:ext cx="25603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INTELIGENCIA COMPUTACIONAL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691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PlacasCO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2D3EE"/>
                </a:solidFill>
              </a:rPr>
              <a:t>Reconocimiento Automático de Placas Vehiculares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2D3EE"/>
                </a:solidFill>
              </a:rPr>
              <a:t>con Deep Learning y OCR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64592" y="4480560"/>
            <a:ext cx="8979408" cy="6629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805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YOLOv8   ·   EasyOCR   ·   FastAPI   ·   React   ·   Colombia 🇨🇴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PlacasCO?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54480"/>
            <a:ext cx="28346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⏱ Lento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El control manual en parqueaderos consume hasta el 30% del tiempo operativo.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554480"/>
            <a:ext cx="28346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❌ Propenso a error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4231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El registro humano de placas genera errores que comprometen la seguridad.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28346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📊 Sin datos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4231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No existe registro estructurado para análisis y toma de decisiones.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de Machine Learning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508760" cy="2377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087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>
                    <a:alpha val="60000"/>
                  </a:srgbClr>
                </a:solidFill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Imagen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Foto del vehículo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514600"/>
            <a:ext cx="2286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417320"/>
            <a:ext cx="1508760" cy="2377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5087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>
                    <a:alpha val="60000"/>
                  </a:srgbClr>
                </a:solidFill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11680" y="2240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YOLOv8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27432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Detección y clasificación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2514600"/>
            <a:ext cx="2286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417320"/>
            <a:ext cx="1508760" cy="2377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5087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>
                    <a:alpha val="60000"/>
                  </a:srgbClr>
                </a:solidFill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749040" y="2240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EasyOCR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27432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Extracción de texto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2514600"/>
            <a:ext cx="2286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417320"/>
            <a:ext cx="1508760" cy="2377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5087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>
                    <a:alpha val="60000"/>
                  </a:srgbClr>
                </a:solidFill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486400" y="2240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Validación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7432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Regex + NLP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2514600"/>
            <a:ext cx="2286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1417320"/>
            <a:ext cx="1508760" cy="23774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15087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>
                    <a:alpha val="60000"/>
                  </a:srgbClr>
                </a:solidFill>
              </a:rPr>
              <a:t>05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23760" y="2240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27432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React + FastAPI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114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Desde la captura hasta el insight — todo en milisegundos.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DEEP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YOLOv8: Los Ojos del Sistema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54864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CNN Profunda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YOLOv8 procesa la imagen como un tensor completo, entendiendo contexto espacial.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54864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963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Clasificación Multi-clase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Distingue entre moto, carro y camión usando umbrales de confianza.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566160"/>
            <a:ext cx="54864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478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Velocidad Real-time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Detección en milisegundos gracias a su arquitectura single-shot.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371600"/>
            <a:ext cx="329184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Confidence Scores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🚗 Carro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15000" y="2404872"/>
            <a:ext cx="2926080" cy="201168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2404872"/>
            <a:ext cx="2750515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11235" y="2386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94%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🏍 Moto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0" y="3182112"/>
            <a:ext cx="2926080" cy="201168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0" y="3182112"/>
            <a:ext cx="2282342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3062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78%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🚛 Camión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15000" y="3959352"/>
            <a:ext cx="2926080" cy="201168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5000" y="3959352"/>
            <a:ext cx="1784909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5629" y="39410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61%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</a:rPr>
              <a:t>PLN &amp; NORMALIZACIÓN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EasyOCR + Validación Inteligente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3200400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Proceso de Normalización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📷  CRNN + LSTM extrae texto crudo de la placa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157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🔤  Confusiones OCR: "0"→"O", "1"→"I", "8"→"B"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741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🧹  Eliminación de ruido (espacios, caracteres raros)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325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Regex valida patrón colombiano: ABC12F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206240" cy="1417320"/>
          </a:xfrm>
          <a:prstGeom prst="rect">
            <a:avLst/>
          </a:prstGeom>
          <a:solidFill>
            <a:srgbClr val="1A0D0D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A5A5"/>
                </a:solidFill>
              </a:rPr>
              <a:t>❌  ANTES del filtro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 C1 2F"   →   "A8C I2F"   →   "AB-CI2"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063240"/>
            <a:ext cx="4206240" cy="1417320"/>
          </a:xfrm>
          <a:prstGeom prst="rect">
            <a:avLst/>
          </a:prstGeom>
          <a:solidFill>
            <a:srgbClr val="0A1F14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182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✅  DESPUÉS del filtro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566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"ABC12F"   →   VÁLIDA   ✓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CICLO DE VIDA 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Problema a la Producción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6400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1. Planificación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Definición del problema y alcance del sistema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63040"/>
            <a:ext cx="64008" cy="1371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2. Datos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Imágenes de placas colombianas, normalización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64008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3. Modelado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Fine-tuning YOLOv8 + configuración EasyOCR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63240"/>
            <a:ext cx="64008" cy="13716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00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4. Evaluación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611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Umbrales de confianza, métricas de precisión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63240"/>
            <a:ext cx="64008" cy="13716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200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5. Despliegue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37560" y="3611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FastAPI backend + React dashboard en producción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63240"/>
            <a:ext cx="64008" cy="13716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200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6. Monitoreo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611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Dashboard analítico en tiempo real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</a:rPr>
              <a:t>DASHBOARD ANALÍTICO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Centro de Control en Tiempo Real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834640" cy="3291840"/>
          </a:xfrm>
          <a:prstGeom prst="rect">
            <a:avLst/>
          </a:prstGeom>
          <a:solidFill>
            <a:srgbClr val="0D2233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📊 Distribución Vehicular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Gráfico en tiempo real que clasifica motos, carros y camiones detectados.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520440"/>
            <a:ext cx="25603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547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3 tipos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clasificados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834640" cy="3291840"/>
          </a:xfrm>
          <a:prstGeom prst="rect">
            <a:avLst/>
          </a:prstGeom>
          <a:solidFill>
            <a:srgbClr val="0D2233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🎯 Auditoría del Modelo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Cruza confianza de YOLO vs OCR. Revela exactamente dónde falla la 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3520440"/>
            <a:ext cx="25603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547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2 modelos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832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auditados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834640" cy="3291840"/>
          </a:xfrm>
          <a:prstGeom prst="rect">
            <a:avLst/>
          </a:prstGeom>
          <a:solidFill>
            <a:srgbClr val="0D2233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✅ Validación de Placas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Analiza placas válidas vs ruido OCR. Mide la tasa de éxito del pipeline.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3520440"/>
            <a:ext cx="25603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547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Regex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550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patrón ABC12F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DEMOSTRACIÓN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en Vivo — El Momento de la Verdad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8346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Subir imagen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Arrastra una foto de un vehículo colombiano a la interfaz React.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63040"/>
            <a:ext cx="28346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YOLOv8 detecta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El modelo CNN localiza y clasifica el vehículo en milisegundos.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8346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OCR extrae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EasyOCR lee el texto de la placa con CRNN + LSTM.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00400"/>
            <a:ext cx="28346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767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Validación OK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El sistema filtra errores y confirma el patrón ABC12F.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2834640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2900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2900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actualiza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4069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Las 3 visualizaciones se actualizan en tiempo real.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PlacasCO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2D3EE"/>
                </a:solidFill>
              </a:rPr>
              <a:t>"Transformamos el caos del mundo real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22D3EE"/>
                </a:solidFill>
              </a:rPr>
              <a:t>en datos estructurados y decisiones inteligentes."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YOLOv8  ·  EasyOCR  ·  FastAPI  ·  React  ·  PLN  ·  CNN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¿Preguntas?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PlacasCO</dc:title>
  <dc:subject>PptxGenJS Presentation</dc:subject>
  <dc:creator>PptxGenJS</dc:creator>
  <cp:lastModifiedBy>PptxGenJS</cp:lastModifiedBy>
  <cp:revision>1</cp:revision>
  <dcterms:created xsi:type="dcterms:W3CDTF">2026-06-04T21:36:29Z</dcterms:created>
  <dcterms:modified xsi:type="dcterms:W3CDTF">2026-06-04T21:36:29Z</dcterms:modified>
</cp:coreProperties>
</file>